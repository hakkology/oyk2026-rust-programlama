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Çok kısa. Result ve Option'ın nasıl kullanıldığını kodda göreceğiz; burada sadece neden böyle tasarlandığını konuşuyoruz.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Dördü de gerçek takas. Rust'ın seçtiği yolun da bir bedeli var ve o bedel gürültü: her hatayı bir yerde ele almak zorundasınız. ? operatörü tam olarak bu gürültüyü azaltmak için var — birazdan kodda.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Java'nın checked exception denemesi tam olarak bunu çözmek içindi ve büyük ölçüde başarısız sayıldı — insanlar throws Exception yazıp geçti. Anahtar cümle: her fonksiyon çağrısı gizli bir 'return' olabiliyor. Kaynak temizliği, kilit bırakma, tutarlılık — hepsi bu görünmez yolda riske giriyor.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tek cümle bugünün tamamı. Hata özel bir mekanizma değil, sıradan bir enum. match ile açılıyor, ? ile yayılıyor, tip sistemi takip ediyor. Öğrenilecek yeni bir dil özelliği yok — Gün 4'te enum ve pattern matching zaten öğrenildi. Bu bir ödül günü.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Ayrım sorusu: 'başarısız olduysa KULLANICIYA ne söyleyeceğim?' Söyleyecek bir şey varsa Result, yoksa Option. Rehber örnek: HashMap::get -&gt; Option (anahtar yoksa söylenecek bir şey yok). File::open -&gt; Result (izin mi yok, dosya mı yok, disk mi dolu?).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unwrap() gizli bir panic'tir. Prototipte ve testte serbest, üretimde gerekçe ister. expect("...") kullanmayı öğretin: aynı panic ama neden orada olduğunu yazıyorsunuz. İndeks aşımı da panic — Gün 1'de gördükleri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228600"/>
            <a:ext cx="1280160" cy="1280160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1441E"/>
                </a:solidFill>
                <a:latin typeface="Liberation Sans"/>
              </a:rPr>
              <a:t>GÜN 5 · DERS 1 · 5 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EDEFF1"/>
                </a:solidFill>
                <a:latin typeface="Liberation Serif"/>
              </a:rPr>
              <a:t>Hata Felsefesi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3A1A9"/>
                </a:solidFill>
                <a:latin typeface="Liberation Sans"/>
              </a:rPr>
              <a:t>Rust'ta neden exception yok?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Hata bildirmenin dört yolu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Her dil birini seçmiş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/>
                <a:gridCol w="3505200"/>
                <a:gridCol w="43815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Yaklaşım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Nerede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DEFF1"/>
                          </a:solidFill>
                          <a:latin typeface="Liberation Sans"/>
                        </a:rPr>
                        <a:t>Sorunu</a:t>
                      </a:r>
                    </a:p>
                  </a:txBody>
                  <a:tcPr marL="146304" anchor="ctr">
                    <a:solidFill>
                      <a:srgbClr val="C144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Dönüş kodu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C — -1 döndür, errno'ya bak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Kontrol etmeyi unutursanız hiçbir şey olmaz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Exception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Java, C++, Python, C#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İmzadan görünmez — hangi fonksiyon fırlatır bilinmez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null / nil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Java, Go, C, JS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"Değer yok" ile "değer var" aynı tipte</a:t>
                      </a:r>
                    </a:p>
                  </a:txBody>
                  <a:tcPr marL="146304" anchor="ctr">
                    <a:solidFill>
                      <a:srgbClr val="2A3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DEFF1"/>
                          </a:solidFill>
                          <a:latin typeface="Liberation Sans"/>
                        </a:rPr>
                        <a:t>Sum type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Rust, Haskell, Swift, Kotlin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93A1A9"/>
                          </a:solidFill>
                          <a:latin typeface="Liberation Sans"/>
                        </a:rPr>
                        <a:t>Daha gürültülü kod — her yerde açmak gerekir</a:t>
                      </a:r>
                    </a:p>
                  </a:txBody>
                  <a:tcPr marL="146304" anchor="ctr">
                    <a:solidFill>
                      <a:srgbClr val="222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Exception'ın asıl sorunu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Hangi satır patlayabilir?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926079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Java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int hesapla(String girdi) {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var n = Integer.parseInt(girdi);   // firlatabilir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var d = veritabani.getir(n);       // firlatabilir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    return d.deger() / n;              // firlatabilir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}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Imzada hicbir iz yok. Uc satirin ucu de gorunmez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DEFF1"/>
                </a:solidFill>
                <a:latin typeface="Liberation Mono"/>
              </a:rPr>
              <a:t>// bir cikis yolu tasiyor - ve fonksiyon "int donduruyorum" diyor.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5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1441E"/>
                </a:solidFill>
                <a:latin typeface="Liberation Sans"/>
              </a:rPr>
              <a:t>Kontrol akışı kodda görünmüyor. Okuyarak anlayamıyorsunuz.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6E9887"/>
                </a:solidFill>
                <a:latin typeface="Liberation Serif"/>
              </a:rPr>
              <a:t>Rust'ın tercihi:</a:t>
            </a:r>
          </a:p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6E9887"/>
                </a:solidFill>
                <a:latin typeface="Liberation Serif"/>
              </a:rPr>
              <a:t>hata bir DEĞERDİR.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Gizli bir çıkış yolu değil, fonksiyonun döndürdüğü şeyin parçası.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İmzaya bakınca ne olabileceğini görüyorsunuz.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İki ayrı soru, iki ayrı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Karıştırmayın — en sık yapılan hata bu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C1441E"/>
                </a:solidFill>
                <a:latin typeface="Liberation Serif"/>
              </a:rPr>
              <a:t>Option&lt;T&gt; — değer var mı?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Some(deger) ya da None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Yokluk NORMAL bir durum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Listede aradığınız eleman yok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İsteğe bağlı bir alan doldurulmamış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Hata değil — açıklama gerektirmez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983480" cy="352044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5856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E9887"/>
                </a:solidFill>
                <a:latin typeface="Liberation Serif"/>
              </a:rPr>
              <a:t>Result&lt;T, E&gt; — işlem başarılı mı?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92608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Ok(deger) ya da Err(hata)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Başarısızlığın bir SEBEBİ var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Dosya açılamadı — neden?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Ayrıştırma başarısız — hangi karakterde?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500" b="0" i="0">
                <a:solidFill>
                  <a:srgbClr val="EDEFF1"/>
                </a:solidFill>
                <a:latin typeface="Liberation Sans"/>
              </a:rPr>
              <a:t>▪  E o sebebi taşır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DEFF1"/>
                </a:solidFill>
                <a:latin typeface="Liberation Serif"/>
              </a:rPr>
              <a:t>Peki panic ne zaman?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3A1A9"/>
                </a:solidFill>
                <a:latin typeface="Liberation Sans"/>
              </a:rPr>
              <a:t>Üçüncü bir kategori var: hata bile değil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99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Result: çağıran bununla bir şey yapabilir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Dosya yoksa varsayılanı kullan, isteği yeniden dene, kullanıcıya sor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panic!: çağıranın yapabileceği bir şey 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01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Program bir daha asla doğru çalışamaz — durmak devam etmekten iyidir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Ayrım kuralı: bu bir HATA mı, yoksa BUG mı?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Beklenen başarısızlık Result. İhlal edilmiş varsayım panic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420624" cy="42062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DEFF1"/>
                </a:solidFill>
                <a:latin typeface="Liberatio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DEFF1"/>
                </a:solidFill>
                <a:latin typeface="Liberation Serif"/>
              </a:rPr>
              <a:t>Kütüphane yazıyorsanız panic etmeyin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38928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3A1A9"/>
                </a:solidFill>
                <a:latin typeface="Liberation Sans"/>
              </a:rPr>
              <a:t>Kararı çağırana bırakın — sizin adınıza programı öldüremezsiniz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97680"/>
            <a:ext cx="4206240" cy="4206240"/>
          </a:xfrm>
          <a:prstGeom prst="ellipse">
            <a:avLst/>
          </a:prstGeom>
          <a:solidFill>
            <a:srgbClr val="23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DEFF1"/>
                </a:solidFill>
                <a:latin typeface="Liberation Serif"/>
              </a:rPr>
              <a:t>Kod seansına geçiyoruz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Result, Option, match, ? operatörü ve kendi hata enum'unuz — canlı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A9"/>
                </a:solidFill>
                <a:latin typeface="Liberation Sans"/>
              </a:rPr>
              <a:t>Sonraki blok: hatayı yaymak ve hata kütüphaneleri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