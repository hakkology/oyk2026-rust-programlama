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Beş parça var. Süre sıkışırsa Bölüm 5 okuma listesi olarak bırakılabilir.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 dosyası Lesson2 klasörüne 'bellek-yerlesimi.png' adıyla konup sunum yeniden üretilirse yer tutucunun yerine geçer. Tahtaya da çizin — Gün 2 boyunca bu şemaya geri döneceksiniz.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Soruyu sorun, cevabı sıradaki slaytta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'Bedava' derken kastedilen bu. Çöp toplayıcının aksine kimse çalışma zamanında 'bu hâlâ kullanılıyor mu' diye bakmıyor. Cümleyi şöyle bitirin: peki heap'i kim temizler?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C++'ta RAII bir seçenek. Rust'ta zorunlu. Gün 2'nin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Sınıfın yarısı biliyor, yarısı bilmiyor olabilir. Atlamayın ama hızlı gidin. Tahtada bir kutu çizip içine 42, yanına adresini yazmak yeter.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 *p = &amp;x; buradaki * bildirim. *p = 5; buradaki * işlem. Aynı sembol, iki ayrı anlam. Rust bu ikisini ayırdığı için daha az karıştırıyor.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Rust'ın referansları tam olarak bu dört soruyu tipin içine yazıyor: ne kadar yaşar (lifetime), kim sahibi (ownership), yazılabilir mi (&amp;mut). DERİNLEŞMEK İSTEYEN: CS50 Week 4 - Memory. cs50.harvard.edu/x Pointer, segfault, dinamik bellek, buffer overflow -- hepsi orada, ücretsiz.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ayrım Gün 2'nin can damarı. Şimdiden oturması iyi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sütun asıl mesajı veriyor: n=1000'de O(n) ile O(n²) arasında bin kat fark var. Sabitler önemsiz, büyüme hızı önemli.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search'ün ön koşulunu söyleyin: liste SIRALI olmalı. Sıralamak O(n log n), o yüzden tek bir arama için sıralamak mantıksız; çok arama yapacaksanız mantıklı. KAYNAK: CS50 Week 3 - Algorithms, cs50.harvard.edu/x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Gerçek dünyayla eşleştirin: telefon rehberi = HashMap (isimden numaraya). Alışveriş listesi = Vec (sıra önemli, baştan sona okuyorsunuz). Davetli listesi = HashSet (var mı yok mu, tekrar olmasın). Sözlük = BTreeMap (alfabetik sırada gezmek istiyorsanız). HashMap'in O(1)'i ORTALAMA - kötü durumda O(n). Gün 3'te açacağız.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Çıkarımlı: tipi yazmıyorsunuz ama derleyici biliyor. Bu üçü bir arada nadir.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satır bir takas. Rust'ın satırını okurken dürüst olun: bedeli GERÇEK. Derleme süresi uzun, öğrenmesi zor. Kamp bu bedelin ilk taksidini sizin adınıza ödüyor.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Daha çok derleme hatası, daha az gece telefonu. Bu takası açıkça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Benzetme: lexer harfleri kelimelere ayırır, parser kelimeleri cümleye oturtur. Siz de yazı okurken harf harf değil kelime kelime okuyorsunuz — o lexer. Sonra özne-yüklem çıkarıyorsunuz — o parser. 'Syntax error' dediğiniz şey parser'ın cümleyi kuramamasıdır.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= Intermediate Representation, ara temsil. Derleyici kaynaktan makine koduna tek adımda inmiyor; her adımda biraz daha alçak seviyeli bir dile çeviriyor. Her seviyede farklı iş yapmak kolaylaşıyor.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 uç dili anlar, arka uç makineyi bilir, ortada LLVM IR var. Yeni bir dil yazan kişinin ARM için kod üretmeyi öğrenmesi gerekmiyor; yeni bir işlemci çıkaran kişinin de her dili desteklemesi gerekmiyor.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Clang, Swift, Julia, Zig, Kotlin/Native hepsi LLVM kullanıyor. LLVM 2003'te Illinois'te bir yüksek lisans projesi olarak başladı, bugün endüstrinin ortak arka ucu. Apple uzun süre ana sponsoruydu. Alternatif arka uçlar da var: Rust'ın cranelift arka ucu debug derlemeyi hızlandırıyor.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dilin merkezî iddiası. Öğleden sonra bu hataları canlı görecekler. Hata kodlarını şimdi vermeyin, henüz anlamlı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Soruyu sorun ve gerçekten bekleyin. Sınıfın ilgisini en çok çeken yer burası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Rust'ta Adım 0 OCaml'dı. 2011'de zincir kapandı ve OCaml derleyicisi bırakıldı. Bugünkü rustc'nin atası kesintisiz olarak 2011'e kadar gidiyor.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ikili derleme her Rust sürümünde yapılıyor. Kanıtı da var: stage 2'yi bir kez daha derlerseniz stage 3 çıkar ve stage 2 ile BİT BİT AYNI olmalıdır. Aynı değilse derleyicide bir hata var demektir. Buna 'fixed point' denir.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detay öğrencilerin kafasında 'demek ki gerçekten bir zincir var' hissini oturtuyor. Soyut kalmasın diye anlatın.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satır iyi bir karşı örnek: self-hosting bir erdem değil, bir tercih. CPython C ile yazılmaya devam ediyor çünkü taşınabilirlik ve performans orada daha önemli görülüyor.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ÇEVİRİYİ SİZ SÖYLEYİN. Aynı konuşmadaki diğer meşhur cümle: "You can't trust code that you did not totally create yourself." İngilizce bıraktım ki aratıp bulabilsinler — metin ücretsiz, ACM sitesinde.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Anahtar cümle: kötücül kod kaynakta DEĞİL, derleyicinin ikilisinde. Kaynağı ne kadar okursanız okuyun bulamazsınız. Süre darsa bu slaydı atlayıp alıntıyla yetinebilirsiniz.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Bağlantı şu: reproducible her HALKAYI doğrular, bootstrappable ZİNCİRİN kendisini. Thompson saldırısını yalnız reproducible çözmez — çünkü zehir zaten zincirin başındaysa herkes onu tekrarlanabilir biçimde üretir. İkisi birlikte kapatıyor. Debian ve NixOS bu işin peşinde.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 açın, LKD kampında çok iyi oturuyor. Sorulacak soru şu: 'çalıştırdığım ikili, okuduğum kaynaktan mı çıktı?' Bunu bağımsız doğrulayabilmek özgürlüğün teknik karşılığı. Lisans yetmiyor, üretim zincirinin de doğrulanabilir olması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Edition farkı AST ve HIR seviyesinde bitiyor; MIR'a inen her şey aynı dil. Bu yüzden 2015 edition'lı bir crate ile 2024 edition'lı bir crate aynı ikilide sorunsuz yaşıyor. Python 2-&gt;3 geçişi 12 yıl sürdü ve ekosistemi böldü. İZLETİN: Carol Nichols, "Rust: A Language for the Next 40 Years" (2019) youtube.com/watch?v=A3AdN7U24iU - tam olarak bu konuyu anlatıyor.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Asıl mesaj son iki satırda. Segfault meşhur çünkü hiçbir şey söylemiyor: işletim sistemi 'senin olmayan belleğe dokundun' deyip programı öldürüyor, nerede olduğunu söylemiyor. Ama daha kötüsü var: hiç hata vermeyen, sadece yanlış cevap veren program. Rust'ın tercihi bu tabloyu YUKARI çekmek — mümkün olan her şeyi derleme zamanına taşımak, taşınamayanı da net bir panic ile söylemek.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Kampın en çok kullanılan çıktısı bu defter olacak. Ciddiye alın.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PLAYGROUND'U CANLI AÇIN, 30 saniye sürer. Üç şeyi gösterin: (1) Run düğmesi, (2) Tools &gt; Rustfmt ve Clippy, (3) Share ile bağlantı üretip 'takıldığınızda bana bunu gönderin' deyin. Kurulumu bozuk olan katılımcı günü Playground'la kurtarır.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CS50 bu kampın ön koşulu değil ama düşük seviye tarafı zayıf olan katılımcılar için en iyi telafi. Türkçe altyazısı var. Jon Gjengset'i şimdi izlemesinler — Gün 6'dan sonra anlamlı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228600"/>
            <a:ext cx="1280160" cy="128016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1441E"/>
                </a:solidFill>
                <a:latin typeface="Liberation Sans"/>
              </a:rPr>
              <a:t>GÜN 1 · DERS 2 · 65 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EDEFF1"/>
                </a:solidFill>
                <a:latin typeface="Liberation Serif"/>
              </a:rPr>
              <a:t>Derleyici, Edition'lar
ve Temel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Bu blokta klavye hâlâ kapalı — öğleden sonra sizde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Bu blokta ne var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Temel kavramlar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Bellek, pointer, karmaşıklık, tip sistemleri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2432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Derleyici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9008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rustc içeride ne yapıyor, LLVM nedir, bootstrapping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4728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Edition'lar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1304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Sınıfın en çok karıştırdığı yer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7024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3425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Hata mesajları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3600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Bu kampta en çok kullanacağınız beceri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9320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572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7492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Kaynaklar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5896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Kamptan sonra nereye gideceksiniz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Temel Kavramlar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Kısa bir giriş ve hatırlatmalar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Program çalışırken bellek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Tek bir adres uzayı, dört bölge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394960" cy="3566160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00399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93A1A9"/>
                </a:solidFill>
                <a:latin typeface="Liberation Sans"/>
              </a:rPr>
              <a:t>[ görsel buraya ]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93A1A9"/>
                </a:solidFill>
                <a:latin typeface="Liberation Sans"/>
              </a:rPr>
              <a:t>bellek-yerlesimi.png
(stack / heap / statik veri / kod)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7548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Stack — yüksek adresten aşağı doğru büyür</a:t>
            </a:r>
          </a:p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Heap — aşağıdan yukarı doğru büyür</a:t>
            </a:r>
          </a:p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Statik veri — global'ler ve sabitler, program boyunca yaşar</a:t>
            </a:r>
          </a:p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Kod — makine komutları, genelde salt okunur</a:t>
            </a:r>
          </a:p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Stack ile heap ortada buluşursa: stack overflow</a:t>
            </a:r>
          </a:p>
          <a:p>
            <a:pPr algn="l">
              <a:lnSpc>
                <a:spcPct val="135000"/>
              </a:lnSpc>
              <a:spcAft>
                <a:spcPts val="11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Her programın kendi adres uzayı var — komşunun belleğini göremez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Stack ve 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Aradaki fark Gün 2'nin tamamı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Boyut derleme zamanında belli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Fonksiyon girer açılır, çıkar kapanır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Bedava — bir register kaydırması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Sınırlı (genelde 8 MB)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Boyut çalışma zamanında belli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Açıkça istenir, açıkça bırakılır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Maliyetli — allocator çalışır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Sınırsız (RAM kadar)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Hangisi nerede?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182880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x = 5;                        // stack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dizi = [0u8; 100];            // stack - boyutu belli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s = String::from("merhaba");  // veri HEAP'te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v = vec![1, 2, 3];            // veri HEAP'te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Stack'i kim temizler?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Stack'i kim temizler?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Kimse — daha doğrusu, çalışma zamanında karar veren kimse yok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Derleyici her değişkenin boyutunu ve kapsamını derleme zamanında bilir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Fonksiyona girerken stack pointer sabit bir miktar kaydırılır — çerçeve açılır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Kapsam biterken derleyici gereken `drop` çağrılarını oraya kendisi yerleştirir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Sonra stack pointer geri kaydırılır — çerçeve tek hamlede kapanır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Yani temizlik bir arama ya da tarama değil, birkaç komutluk adres aritmetiği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Bütün karar derleme zamanında verilmiş, ikilinin içine yazılmıştır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Heap'i kim temizler? — Üç yaklaşım var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Elle —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malloc / free. Unutursanız sızıntı, iki kez çağırırsanız çökme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Çöp toplayıcı — Java, Go,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81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Güvenli ama runtime bedeli ve duraklamalar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01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RAII — C++, 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Kapsam biter, kaynak otomatik bırakılır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Pointer nedir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Değeri, başka bir şeyin adresi olan değişken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20040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Bellekteki her byte'in bir numarasi var - adres.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degisken:   x = 42          adres: 0x1000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pointer:    p = 0x1000      p, x'i gosteriyor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p bir sayi tutuyor. Ama bu sayi bir VERI degil,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bir YER. Farkin tamami bu.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64-bit makinede her pointer 8 byte - neyi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gosterdigi fark etmez.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İki işlem: adres almak ve dereference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Birbirinin tersi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65176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&amp;x     adresini al        (address-of)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*p     gosterdigi yere git (dereference)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x = 42;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p = &amp;x;      // p, x'in adresi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y = *p;      // y = 42  -- p'nin gosterdigi deger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*(&amp;x) == x       // ikisi birbirini goturur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E9887"/>
                </a:solidFill>
                <a:latin typeface="Liberation Sans"/>
              </a:rPr>
              <a:t>C'de karışıklık şundan: `*` hem tip bildiriminde hem dereference'ta kullanılıyor.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Pointer neden zor?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Adres bilgi taşır, ama yeterince taşımaz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Nereyi gösteriyor — hâlâ geçerli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Gösterdiği şey ölmüş olabilir: dangling pointer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Hiçbir yeri göstermiyor olabilir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null pointer. Tony Hoare buna "milyar dolarlık hata" dedi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Sahibi kim, bırakmak kimin işi?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Pointer bunu söylemez. Kural varsa yorumda yazar, derleyicide değil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p + 1 nereye gider?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Bir byte değil, bir TİP boyutu kadar ileri. i32 ise 4 byte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Değer mi, referans mı?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Kopyalıyor muyum, işaret mi ediyorum?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Değer semantiği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let b = a;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İki ayrı kopya oluşuyor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Birini değiştirmek diğerini etkilemez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Referans semantiği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let b = &amp;a;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Aynı veriye iki isim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Birini değiştirmek diğerini etkiler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BigO — sadece sezgi düzeyinde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Girdi büyürken iş nasıl büyüyor?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7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3342"/>
                <a:gridCol w="2253342"/>
                <a:gridCol w="3755571"/>
                <a:gridCol w="2253342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Gösterim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Anlamı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Örnek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n=1000 iken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sabit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dizide v[5]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1 işlem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O(log n)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logaritmik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sıralı listede ikili arama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~10 işlem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O(n)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doğrusal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listeyi baştan sona tarama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1.000 işlem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O(n log n)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iyi sıralama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merge sort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~10.000 işlem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O(n²)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karesel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iç içe iki döngü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1.000.000 işlem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Klasik algoritmalar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İsimleri duyun yeter — hepsi CS50 Week 3'te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/>
                <a:gridCol w="5257800"/>
                <a:gridCol w="26289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Algoritma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yapar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Karmaşıklık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Linear search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Baştan sona tek tek bak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Binary search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Sıralı listeyi ortadan böle böle daralt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O(log n)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Selection sort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En küçüğü bul, başa al, tekrarla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O(n²)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Bubble sort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Komşuları karşılaştır, gerekirse takas et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O(n²)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Merge sort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İkiye böl, ayrı ayrı sırala, birleştir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 log 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Recursion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Problemi kendi küçüğüne indirger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merge sort'un temeli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Koleksiyonlar ve maliyetleri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Gün 3'te bunları Rust'ta kullanacağız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6800"/>
                <a:gridCol w="2336800"/>
                <a:gridCol w="1752600"/>
                <a:gridCol w="1752600"/>
                <a:gridCol w="23368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Yapı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Rust'ta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Erişim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Arama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Ekleme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Dizi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[T; N]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boyut sabit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Liste / vektör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Vec&lt;T&gt;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 sona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Sözlük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HashMap&lt;K,V&gt;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anahtarla O(1)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Küme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HashSet&lt;T&gt;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—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Sıralı sözlük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BTreeMap&lt;K,V&gt;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O(log 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O(log 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O(log n)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Çift uçlu kuyruk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VecDeque&lt;T&gt;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O(n)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O(1) iki uçtan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Tip sistemleri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Rust: statik + güçlü + çıkarımlı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Statik / Dinamik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Statik: tipler derleme zamanında belli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Rust, Java, C, Go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Dinamik: çalışma zamanında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Python, JavaScript, Ruby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Güçlü / Zayıf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Güçlü: örtük dönüşüm yok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Zayıf: "5" + 3 çalışır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Rust güçlü — sessiz dönüşüm yapmaz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Hangi dil neyi optimize ediyor?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"En iyi dil" yanlış soru — "bu iş için hangi takas?" doğru soru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2228"/>
                <a:gridCol w="4506685"/>
                <a:gridCol w="4506685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Dil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Neyi kazanmak istiyor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Karşılığında ne veriyor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Donanıma tam kontrol, sıfır soyutlama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Güvenliği tamamen programcı taşır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Python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Yazma hızı ve okunabilirlik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Çalışma hızı ve bellek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Java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Büyük ekip, taşınabilirlik, olgun ekosistem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JVM bağımlılığı ve GC duraklamaları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Go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Basitlik, hızlı derleme, kolay eşzamanlılık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İfade gücü kısıtlı, GC var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Güvenlik + hız, runtime yok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Öğrenme eğrisi ve derleme süresi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Hata ne zaman yakalanır?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128016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yazarken   -&gt;   derlerken   -&gt;   testte   -&gt;   URETIMDE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^                                           ^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en ucuz                                   en pahali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E9887"/>
                </a:solidFill>
                <a:latin typeface="Liberation Sans"/>
              </a:rPr>
              <a:t>Rust bu eğride sola oynuyor.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Derleyici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rustc içeride ne yapıyor?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Önce iki kelime: lexer ve 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Her derleyicinin ilk iki adımı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47472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yas = 42;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LEXER   (sozcuk cozumleyici)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-&gt; [let] [yas] [=] [42] [;]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karakter dizisi -&gt; anlamli parcalar (token)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PARSER  (soz dizimi cozumleyici)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-&gt; LetStatement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ad:    yas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deger: Literal(42)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tokenlar -&gt; agac (AST)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rustc boru hattı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Kısaltmaların açılımlarıyla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47472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kaynak kod (.rs)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+-- Lexer + Parser ----&gt; AST      Abstract Syntax Tree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                   soz dizimi agaci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+-- Ad cozumleme ------&gt; HIR      High-level 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                   makrolar acilir, for -&gt; loop iner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                   EDITION FARKLARI BURADA BITER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+-- Tip denetimi ------&gt; MIR      Mid-level 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                   BORROW CHECK + optimizasyon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+-- Ceviri ------------&gt; LLVM IR  LLVM Intermediate Representation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+-- Kod uretimi -------&gt; makine kodu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LLVM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Rust'ın kendi yazmadığı, ama olmadan olmayacağı parça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37744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Rust   --\                        /--&gt;  x86-64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Swift  ---+                      +--&gt;  ARM / Apple Silicon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C/C++  ---+--&gt;   LLVM IR   --&gt;---+--&gt;  RISC-V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Julia  ---+                      +--&gt;  WebAssembly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Zig    --/                        \--&gt;  ...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N dil + M islemci     yerine     N x M ayri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Ortada ortak bir dil olunca herkes kendi işine bakıyor.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LLVM Rust'a ne kazandırıyor?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Platform desteği bedava geliyor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x86, ARM, RISC-V, WebAssembly — Rust ekibi tek tek yazmadı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Ağır optimizasyonlar orada yapılıyor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81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Inline etme, ölü kod eleme, döngü açma, vektörleştirme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01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Ders 1'deki iddia burada gerçekleşiyor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Iterator zincirinin tek döngüye inmesi bir LLVM işi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445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085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262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Bedeli de var: derleme süresi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103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Rust'ın yavaş derlenmesinin önemli bir kısmı LLVM'de geçiyor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Bellek analizi,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kod üretilmeden ÖNCE yapılıyor.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Borrow checker MIR aşamasında çalışıyor — makine kodu daha ortada yok.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Geçerse çalışma zamanında hiçbir bedeli kalmıyor.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C1441E"/>
                </a:solidFill>
                <a:latin typeface="Liberation Serif"/>
              </a:rPr>
              <a:t>C derleyicisi C ile yazılmışsa,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C1441E"/>
                </a:solidFill>
                <a:latin typeface="Liberation Serif"/>
              </a:rPr>
              <a:t>ilk C derleyicisini ne derledi?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Bu bir tavuk-yumurta problemi.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Ve çözümü var.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Bootstrapping — üç adımda 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Zinciri bir kere kurarsınız, sonra kendi kendine gider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Adım 0 — Başka bir dille başla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Dilin küçük bir alt kümesi için assembly / C / OCaml ile derleyici yaz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Adım 1 — Derleyiciyi artık kendi dilinde yaz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Onu Adım 0'ın derleyicisiyle derle. Elinde çalışan bir ikili var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Adım 2 — Yeni derleyiciyi kendisiyle derle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Zincir kapandı. Buna self-hosting deniyor, eski derleyici artık gereksiz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Bundan sonrası zincirin devamı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Her sürüm bir öncekiyle derlenir. Tavuk bir kere dışarıdan geldi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Peki yeni bir sürüm çıkarken ne oluyor?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rustc 1.89'u derlemek için rustc 1.88 gerekiyor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37744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stage 0:  onceki surum rustc (1.88) - hazir indirilir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    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      v  yeni kaynagi derler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stage 1:  yeni rustc  (eski derleyicinin urunudur)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    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         v  yeni kaynagi TEKRAR derler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stage 2:  yeni rustc  (kendi kendisinin urunudur)  &lt;-- dagitilan 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E9887"/>
                </a:solidFill>
                <a:latin typeface="Liberation Sans"/>
              </a:rPr>
              <a:t>Neden iki kez? stage 1 hâlâ eski derleyicinin izlerini taşır. stage 2 tutarlıdır.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Somut örnek: dile yeni bir sözdizimi eklemek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Bootstrapping'in en sezgiye aykırı sonucu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Diyelim rustc'ye yeni bir sözdizimi ekliyorsunuz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Bu kodu derleyecek olan ESKİ derleyici o sözdizimini bilmiyor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O yüzden rustc'nin kendi kaynağında onu TANIMLARSINIZ ama KULLANAMAZSINIZ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Bir sürüm sonra eski derleyici de artık onu bildiği için kullanabilirsiniz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Yani her yeni özellik, derleyicinin kendi koduna bir sürüm gecikmeli girer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600" b="0" i="0">
                <a:solidFill>
                  <a:srgbClr val="EDEFF1"/>
                </a:solidFill>
                <a:latin typeface="Liberation Sans"/>
              </a:rPr>
              <a:t>▪  Aynı kısıt Go, Swift, TypeScript — kendini derleyen her dil için geçerli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Kimler kendini derliyor?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Self-hosting yaygın ama evrensel değil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/>
                <a:gridCol w="4381500"/>
                <a:gridCol w="35052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Dil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Derleyicisi ne ile yazılmış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Durum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GCC — C ile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Klasik örnek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C++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Clang — C++ ile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LLVM'in ön ucu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rustc — Rust ile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2011'de OCaml'dan geçti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Go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Go ile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2015'te C'den geçirildi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TypeScript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TypeScript ile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Kendi tip denetleyicisini denetler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Python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CPython — C ile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Self-hosting DEĞİL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965960"/>
            <a:ext cx="9784080" cy="274320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737360"/>
            <a:ext cx="658368" cy="65836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92224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DEFF1"/>
                </a:solidFill>
                <a:latin typeface="Liberation Serif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No amount of source-level verification or</a:t>
            </a:r>
          </a:p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scrutiny will protect you from using</a:t>
            </a:r>
          </a:p>
          <a:p>
            <a:pPr algn="l">
              <a:lnSpc>
                <a:spcPct val="145000"/>
              </a:lnSpc>
            </a:pPr>
            <a:r>
              <a:rPr sz="2500" b="0" i="1">
                <a:solidFill>
                  <a:srgbClr val="EDEFF1"/>
                </a:solidFill>
                <a:latin typeface="Liberation Serif"/>
              </a:rPr>
              <a:t>untrusted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4114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9A441"/>
                </a:solidFill>
                <a:latin typeface="Liberation Sans"/>
              </a:rPr>
              <a:t>— Ken Thompson, 1984 — "Reflections on Trusting Trust", Turing Ödülü konuşması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Saldırı nasıl çalışıyor?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Thompson bunu teorik olarak anlatmadı — gerçekten yaptı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Derleyiciye iki şey ekle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(a) login'i derlerken arka kapı koy  (b) DERLEYİCİYİ derlerken (a) ve (b)'yi yeniden koy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Bu derleyiciyle derleyiciyi bir kez derle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Artık ikilinin içinde her ikisi de var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Şimdi kaynak koddan (a) ve (b)'yi SİL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Kaynak tertemiz. İnceleyen hiçbir şey bulamaz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Derleyici kendini her derlediğinde ikisini yeniden üretir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Arka kapı artık kaynakta değil, ikilide yaşıyor ve kendini kopyalıyor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İki ayrı savunma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Biri halkaları, diğeri zinciri doğruluyor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Reproducible builds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Aynı kaynaktan bit bit aynı ikili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Herkes bağımsız olarak derleyip karşılaştırabilir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"Dağıtılan ikili bu kaynaktan mı çıktı?"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Ama: herkes aynı zehirli derleyiciyi kullanıyorsa hepsi aynı çıkar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Bootstrappable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Zinciri en baştan kurmak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Elle okunabilecek kadar küçük bir tohum ikiliden başla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Adım adım tam derleyiciye çık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GNU Mes ve stage0 projeleri bunu yapıyor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DEFF1"/>
                </a:solidFill>
                <a:latin typeface="Liberation Serif"/>
              </a:rPr>
              <a:t>Kaynağı görmek yeterli 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Özgür yazılım "kaynağı görebilirsin" der. Ama çalıştırdığınız şey kaynak değil, ikili.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Aradaki köprü derleyici — ve ona da güvenmeniz gerekiyor.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Edition'lar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Sınıfın en çok karıştırdığı yer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İki numara var, karıştırmayın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2600"/>
                <a:gridCol w="4381500"/>
                <a:gridCol w="43815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 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Sürüm (version)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Edition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Ne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derleyicinin kendisi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dilin yazım kuralları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Örnek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1.75, 1.76, 1.77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2015, 2018, 2021, 2024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Sıklık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~6 hafta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~3 yıl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Nerede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rustc --version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Cargo.toml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Üç kritik gerçek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Yeni derleyici eski edition'ları derlemeye devam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2015 kodunuz bugün de derleniyor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Farklı edition'daki crate'ler aynı projede birlikte çalışır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81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Ekosistemin parçalanmamasının tek sebebi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01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Geçiş otomatik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cargo fix --edition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Nasıl mümkün? — Cevap boru hattında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Her crate kendi kurallarıyla ayrıştırılır, hepsi aynı MIR'a 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65176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2015 kaynak --\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2018 kaynak ---+--&gt; her biri KENDI kurallariyla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2021 kaynak ---+     ayristirilir ---&gt; HIR ---&gt; ayni MIR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2024 kaynak --/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let async = 5;   // 2015'te gecerli, 2018+ derlenmez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Fark sadece ON UCTA. Arka uc ortak.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Liberation Sans"/>
              </a:rPr>
              <a:t>Python 2 → 3'te eski ve yeni kod aynı programda YAŞAYAMIYORDU. Fark bu.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Hata Mesajları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Bu kampta en çok kullanacağınız beceri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Hata ne zaman gelir, ne kadar açık konuşur?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Rust'a girmeden önce genel manzara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1675"/>
                <a:gridCol w="2628900"/>
                <a:gridCol w="3286125"/>
                <a:gridCol w="26289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zaman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Kim söylüyor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Örnek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kadar net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Yazarken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editör / dil sunucusu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kırmızı alt çizgi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anında, çok net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Derlerken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derleyici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error: mismatched types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net — satır ve sütun verir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Bağlarken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linker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undefined reference to 'foo'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orta — nerede eksik demez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Çalışırken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dilin çalışma zamanı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index out of bounds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net — satır verir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Çalışırken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işletim sistemi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Segmentation fault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hiç net değil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Hiç gelmeyen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—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yanlış sonuç, sessiz bozulma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en kötüsü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Bir hata mesajının beş parçası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2926079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error[E0308]: mismatched types           (1) kod + ozet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--&gt; src/main.rs:3:20                    (2) konum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3 |     let yas: i32 = "otuz";           (3) isaretli kaynak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---   ^^^^^^ expected `i32`, found `&amp;str`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|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|              expected due to this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= note: ...                            (4) ek aciklama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help: try ...                            (5) ONERILEN COZUM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C1441E"/>
                </a:solidFill>
                <a:latin typeface="Liberation Serif"/>
              </a:rPr>
              <a:t>help: satırını okumadan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C1441E"/>
                </a:solidFill>
                <a:latin typeface="Liberation Serif"/>
              </a:rPr>
              <a:t>internete bakmayın.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Rust'ın hata mesajları sektörün en iyileri arasında.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Çoğu zaman çözümü doğrudan yazıyorlar.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Daha fazlası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155448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005840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$ rustc --explain E0308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# cevrimdisi calisir, tam sizin surumunuze aittir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# tum liste: doc.rust-lang.org/error_codes/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Üç seviye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841248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Seviye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demek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error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derlenmez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warning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derlenir, ama muhtemelen istediğiniz bu değil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clippy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derlenir ve doğru çalışır, ama daha iyisi var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Bugün bir defter açıyoruz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Dokuz gün boyunca büyütecek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8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7784"/>
                <a:gridCol w="3235569"/>
                <a:gridCol w="3235569"/>
                <a:gridCol w="2426676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Kod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diyor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Genelde sebebi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Çözüm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E0308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Tipler uyuşmuyor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Örtük dönüşüm bekledim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Açıkça çevir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E0384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Değişmeze iki kez atadın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mut unuttum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mut ekle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E0382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Taşınmış değeri kullandın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Sahipliği düşünmedim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clone / &amp;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DEFF1"/>
                </a:solidFill>
                <a:latin typeface="Liberation Serif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DEFF1"/>
                </a:solidFill>
                <a:latin typeface="Liberation Serif"/>
              </a:rPr>
              <a:t>Kaynaklar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272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Kamp bitince nereye gideceksiniz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Resmî dokümantasyon ve araçlar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Hepsi ücretsiz, hepsi açık lisanslı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/>
                <a:gridCol w="630936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Nerede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için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doc.rust-lang.org/book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"The Book" — resmî kitap, baştan sona okunur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doc.rust-lang.org/std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Standart kütüphane — her tipin her metodu, örnekli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doc.rust-lang.org/rust-by-example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Örnekle öğrenme, hepsi çalıştırılabilir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doc.rust-lang.org/error_codes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Bütün hata kodları, açıklamalı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play.rust-lang.org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Playground — kurulum yok, bağlantıyla paylaşılır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crates.io · lib.rs · blessed.rs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Paket arama ve "hangi crate?" rehberi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this-week-in-rust.org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Haftalık bülten — takibin en kolay yolu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İzlenecekler ve derinleşme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Boş vaktinizde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Kaynak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 anlatıyor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CS50 — Week 3: Algorithms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Arama, sıralama, karmaşıklık. cs50.harvard.edu/x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CS50 — Week 4: Memory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Pointer, segfault, dinamik bellek, buffer overflow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Carol Nichols — "Rust: A Language for the Next 40 Years"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Edition'lar ve dilin uzun vadeli tasarımı (2019)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RustConf kayıtları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YouTube'da ücretsiz — açılış konuşmalarıyla başlayın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Jon Gjengset — "Crust of Rust"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İleri seviye, derinlemesine YouTube serisi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Rustlings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Terminal alıştırmaları — ödevlerde kullanacağız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Sırada ne 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Bugünden sonra klavye hep sizde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800" b="0" i="0">
                <a:solidFill>
                  <a:srgbClr val="EDEFF1"/>
                </a:solidFill>
                <a:latin typeface="Liberation Sans"/>
              </a:rPr>
              <a:t>▪  Cargo ve ekosistem — terminal sizde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800" b="0" i="0">
                <a:solidFill>
                  <a:srgbClr val="EDEFF1"/>
                </a:solidFill>
                <a:latin typeface="Liberation Sans"/>
              </a:rPr>
              <a:t>▪  Değişkenler ve veri tipleri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800" b="0" i="0">
                <a:solidFill>
                  <a:srgbClr val="EDEFF1"/>
                </a:solidFill>
                <a:latin typeface="Liberation Sans"/>
              </a:rPr>
              <a:t>▪  Fonksiyonlar ve kontrol akışı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800" b="0" i="0">
                <a:solidFill>
                  <a:srgbClr val="EDEFF1"/>
                </a:solidFill>
                <a:latin typeface="Liberation Sans"/>
              </a:rPr>
              <a:t>▪  Lab — üç döngü alıştırması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800" b="0" i="0">
                <a:solidFill>
                  <a:srgbClr val="EDEFF1"/>
                </a:solidFill>
                <a:latin typeface="Liberation Sans"/>
              </a:rPr>
              <a:t>▪  Akşam için ödev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97680"/>
            <a:ext cx="4206240" cy="420624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DEFF1"/>
                </a:solidFill>
                <a:latin typeface="Liberation Serif"/>
              </a:rP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